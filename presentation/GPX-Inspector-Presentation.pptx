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GPX INSPECTOR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84080" y="6492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Mobility intelligence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6766560" y="-1097280"/>
            <a:ext cx="6400800" cy="6400800"/>
          </a:xfrm>
          <a:prstGeom prst="arc">
            <a:avLst/>
          </a:prstGeom>
          <a:solidFill>
            <a:srgbClr val="070B14">
              <a:alpha val="0"/>
            </a:srgbClr>
          </a:solidFill>
          <a:ln w="381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7772400" y="-182880"/>
            <a:ext cx="4846320" cy="4846320"/>
          </a:xfrm>
          <a:prstGeom prst="arc">
            <a:avLst/>
          </a:prstGeom>
          <a:solidFill>
            <a:srgbClr val="070B14">
              <a:alpha val="0"/>
            </a:srgbClr>
          </a:solidFill>
          <a:ln w="25400">
            <a:solidFill>
              <a:srgbClr val="60A5FA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73152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</a:rPr>
              <a:t>GPX Inspector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58368" y="2880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Understand where movement becomes unusual.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35204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local, dark-themed web application for GPX road matching, movement anomaly detection, interactive evidence, and exportable reports.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6172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APPLICATION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From GPS points to explainable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45720" cy="3474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Raw GPX is noisy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050" dirty="0">
                <a:solidFill>
                  <a:srgbClr val="94A3B8"/>
                </a:solidFill>
              </a:rPr>
              <a:t>Sparse points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GPS jumps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Unclear road alignment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Hard-to-read speed changes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3246120"/>
            <a:ext cx="640080" cy="310896"/>
          </a:xfrm>
          <a:prstGeom prst="chevron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73736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737360"/>
            <a:ext cx="45720" cy="3474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GPX Inspector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21808" y="2304288"/>
            <a:ext cx="25603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050" dirty="0">
                <a:solidFill>
                  <a:srgbClr val="94A3B8"/>
                </a:solidFill>
              </a:rPr>
              <a:t>Secure upload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OSM road matching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Deterministic rules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Confidence and evidence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3246120"/>
            <a:ext cx="640080" cy="310896"/>
          </a:xfrm>
          <a:prstGeom prst="chevron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173736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1737360"/>
            <a:ext cx="45720" cy="3474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0888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Clear output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90888" y="2304288"/>
            <a:ext cx="21031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050" dirty="0">
                <a:solidFill>
                  <a:srgbClr val="94A3B8"/>
                </a:solidFill>
              </a:rPr>
              <a:t>Map locations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Speed timeline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Human explanation</a:t>
            </a:r>
            <a:endParaRPr lang="en-US" sz="1050" dirty="0"/>
          </a:p>
          <a:p>
            <a:r>
              <a:rPr lang="en-US" sz="1050" dirty="0">
                <a:solidFill>
                  <a:srgbClr val="94A3B8"/>
                </a:solidFill>
              </a:rPr>
              <a:t>Portable reports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A simple analyst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94360" cy="59436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70B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57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Upload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Choose vehicle mode and upload GPX.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304288"/>
            <a:ext cx="155448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011680"/>
            <a:ext cx="594360" cy="59436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70B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157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Match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Compare raw GPS with OSM road geometry.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304288"/>
            <a:ext cx="155448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2011680"/>
            <a:ext cx="594360" cy="59436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70B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157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Detect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Apply fixed, mode-aware anomaly rules.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2304288"/>
            <a:ext cx="155448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2011680"/>
            <a:ext cx="594360" cy="59436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70B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157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Inspect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Link timeline points and findings to the map.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2304288"/>
            <a:ext cx="155448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2011680"/>
            <a:ext cx="594360" cy="594360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70B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2157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46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Export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46920" y="3291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Download PDF, CSV, or GeoJSON.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What the application analyzes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45720" cy="1325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647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Distance comparison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167128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Raw GPX, road-matched, straight-line, and reference-route distance.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00200"/>
            <a:ext cx="45720" cy="13258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647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Speed behavior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167128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Maximum speed, speeding, sudden acceleration, and braking.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00200"/>
            <a:ext cx="45720" cy="1325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7647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Direction behavior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2167128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Sharp heading changes and possible wrong-way movement.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46120"/>
            <a:ext cx="45720" cy="13258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410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Road position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" y="3813048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Sustained off-road movement and map-match confidence.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2461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246120"/>
            <a:ext cx="45720" cy="132588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410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Data quality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3813048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Impossible speed, GPS jumps, sparse samples, and missing timestamps.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2461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246120"/>
            <a:ext cx="45720" cy="1325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3410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Explainability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39328" y="3813048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Measured values, fixed thresholds, severity, confidence, and evidence.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Indicators support investigation; they are not legal proof.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</a:rPr>
              <a:t>INTERACTIVE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Evidence stays connected to location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492240" cy="4114800"/>
          </a:xfrm>
          <a:prstGeom prst="roundRect">
            <a:avLst/>
          </a:prstGeom>
          <a:solidFill>
            <a:srgbClr val="0A111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806440" cy="164592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5806440" cy="-22860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34640"/>
            <a:ext cx="5806440" cy="164592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37560"/>
            <a:ext cx="5806440" cy="-22860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840480"/>
            <a:ext cx="5806440" cy="164592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343400"/>
            <a:ext cx="5806440" cy="-22860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846320"/>
            <a:ext cx="5806440" cy="164592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029200"/>
            <a:ext cx="5303520" cy="-25146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937760"/>
            <a:ext cx="5120640" cy="-2377440"/>
          </a:xfrm>
          <a:prstGeom prst="line">
            <a:avLst/>
          </a:prstGeom>
          <a:noFill/>
          <a:ln w="508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4434840"/>
            <a:ext cx="384048" cy="384048"/>
          </a:xfrm>
          <a:prstGeom prst="ellipse">
            <a:avLst/>
          </a:prstGeom>
          <a:solidFill>
            <a:srgbClr val="FB923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45262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3611880"/>
            <a:ext cx="384048" cy="384048"/>
          </a:xfrm>
          <a:prstGeom prst="ellipse">
            <a:avLst/>
          </a:prstGeom>
          <a:solidFill>
            <a:srgbClr val="F8717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703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2880360"/>
            <a:ext cx="384048" cy="384048"/>
          </a:xfrm>
          <a:prstGeom prst="ellipse">
            <a:avLst/>
          </a:prstGeom>
          <a:solidFill>
            <a:srgbClr val="A78BF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9718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1554480"/>
            <a:ext cx="4343400" cy="1097280"/>
          </a:xfrm>
          <a:prstGeom prst="roundRect">
            <a:avLst>
              <a:gd name="adj" fmla="val 666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554480"/>
            <a:ext cx="45720" cy="1097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719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Map finding icons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16368" y="2121408"/>
            <a:ext cx="3977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Click a severity-colored icon to open the corresponding evidence.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0" y="2880360"/>
            <a:ext cx="4343400" cy="1097280"/>
          </a:xfrm>
          <a:prstGeom prst="roundRect">
            <a:avLst>
              <a:gd name="adj" fmla="val 666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880360"/>
            <a:ext cx="45720" cy="10972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Timeline-to-map cursor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16368" y="3447288"/>
            <a:ext cx="3977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Hover or click speed data to locate the exact raw GPX point.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4206240"/>
            <a:ext cx="4343400" cy="1097280"/>
          </a:xfrm>
          <a:prstGeom prst="roundRect">
            <a:avLst>
              <a:gd name="adj" fmla="val 6667"/>
            </a:avLst>
          </a:prstGeom>
          <a:solidFill>
            <a:srgbClr val="121C2D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4206240"/>
            <a:ext cx="45720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43708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Mobile-friendly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16368" y="4773168"/>
            <a:ext cx="3977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Bottom navigation, stacked panels, larger touch targets, and safe-area support.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</a:rPr>
              <a:t>TECHNICAL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Local-first, containerized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82880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359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React + MapLibre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1800" y="2103120"/>
            <a:ext cx="182880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2359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FastAPI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417320"/>
            <a:ext cx="182880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2392" y="16733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Redis worker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2880360"/>
            <a:ext cx="182880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31363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PostGIS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1417320"/>
            <a:ext cx="182880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6733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Valhalla / OSM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2880360"/>
            <a:ext cx="182880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31363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Local qwen3:14b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04120" y="2103120"/>
            <a:ext cx="1554480" cy="777240"/>
          </a:xfrm>
          <a:prstGeom prst="roundRect">
            <a:avLst/>
          </a:prstGeom>
          <a:solidFill>
            <a:srgbClr val="121C2D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23591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Exports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2487168"/>
            <a:ext cx="50292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00600" y="2487168"/>
            <a:ext cx="502920" cy="-68580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00600" y="2487168"/>
            <a:ext cx="502920" cy="77724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78040" y="1801368"/>
            <a:ext cx="50292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78040" y="3264408"/>
            <a:ext cx="50292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55480" y="2487168"/>
            <a:ext cx="502920" cy="0"/>
          </a:xfrm>
          <a:prstGeom prst="line">
            <a:avLst/>
          </a:prstGeom>
          <a:noFill/>
          <a:ln w="25400">
            <a:solidFill>
              <a:srgbClr val="26344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Docker Compose manages the web, API, worker, database, and cache. Ollama remains an existing host service.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21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2D3EE"/>
                </a:solidFill>
              </a:rPr>
              <a:t>SUGGESTED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A five-minute product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Open Samples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5270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Choose a dense Jabodetabek route.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515600" cy="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Analyze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3957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Watch the worker match and score the track.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515600" cy="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Explore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264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Select a finding and inspect its map icon.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515600" cy="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Scrub speed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41330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Point from the timeline back to the map.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515600" cy="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983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983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Explain &amp; export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5001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Ask Qwen, then download a report.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10515600" cy="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2743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GPX Inspector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828800" y="3520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From recorded movement to explainable evidence.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38328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Local app: http://localhost:3010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GPX Inspector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GPX Inspector</dc:title>
  <dc:subject>GPX track analysis application overview</dc:subject>
  <dc:creator>GPX Inspector</dc:creator>
  <cp:lastModifiedBy>GPX Inspector</cp:lastModifiedBy>
  <cp:revision>1</cp:revision>
  <dcterms:created xsi:type="dcterms:W3CDTF">2026-08-18T07:02:42Z</dcterms:created>
  <dcterms:modified xsi:type="dcterms:W3CDTF">2026-08-18T07:02:42Z</dcterms:modified>
</cp:coreProperties>
</file>